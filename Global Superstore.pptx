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3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20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07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9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21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3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50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16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4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7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35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F4FF6-7DDC-4FE9-83BD-F711D03553E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2C7EA-19F5-4698-8CBD-85D94FD04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5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1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4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1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38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2026-05-06T05:20:56Z</dcterms:created>
  <dcterms:modified xsi:type="dcterms:W3CDTF">2026-05-06T05:26:27Z</dcterms:modified>
</cp:coreProperties>
</file>